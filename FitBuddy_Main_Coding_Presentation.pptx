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2560" y="640080"/>
            <a:ext cx="2011680" cy="20116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3474720"/>
            <a:ext cx="1280160" cy="128016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212080"/>
            <a:ext cx="1005840" cy="10058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FITBUDDY</a:t>
            </a:r>
          </a:p>
          <a:p>
            <a:pPr>
              <a:defRPr sz="2200">
                <a:solidFill>
                  <a:srgbClr val="BAE6FD"/>
                </a:solidFill>
              </a:defRPr>
            </a:pPr>
            <a:r>
              <a:t>Smart Fitness &amp; Wellness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71323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Project Presentation</a:t>
            </a:r>
          </a:p>
          <a:p>
            <a:pPr>
              <a:defRPr sz="1500">
                <a:solidFill>
                  <a:srgbClr val="CBD5E1"/>
                </a:solidFill>
              </a:defRPr>
            </a:pPr>
            <a:r>
              <a:t>Python • FastAPI • SQLite • HTML • CSS • JavaScript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Includes main coding, API flow, database logic &amp; example output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What FitBuddy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52728"/>
            <a:ext cx="960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73152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6479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3063239" cy="118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Beginners need a simple way to create a fitness profile and receive workouts matched to their fitness level.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73152" cy="1874519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6479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67128"/>
            <a:ext cx="3063239" cy="118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FitBuddy combines a browser UI, FastAPI backend and SQLite storage to deliver simple workout recommendations.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73152" cy="187451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76479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167128"/>
            <a:ext cx="3063239" cy="118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Users can save profiles, view users, select a level and retrieve a structured workout plan.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77639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Beginner / Intermediate / Advanced workout levels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Input validation for age and weight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REST API + Swagger documentation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Persistent local SQLite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2.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Each technology has a clear role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52728"/>
            <a:ext cx="960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HTML5 + CSS3 + JavaScript</a:t>
            </a:r>
            <a:br/>
            <a:r>
              <a:t>Browser UI &amp; API calls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54480"/>
            <a:ext cx="73152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1907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21408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Python + FastAPI</a:t>
            </a:r>
            <a:br/>
            <a:r>
              <a:t>REST API &amp; business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54480"/>
            <a:ext cx="73152" cy="1600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71907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121408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SQLite</a:t>
            </a:r>
            <a:br/>
            <a:r>
              <a:t>User profile storage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20439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520439"/>
            <a:ext cx="73152" cy="1600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685031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87368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Pydantic</a:t>
            </a:r>
            <a:br/>
            <a:r>
              <a:t>Request data validation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20439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520439"/>
            <a:ext cx="73152" cy="1600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685031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087368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Uvicorn</a:t>
            </a:r>
            <a:br/>
            <a:r>
              <a:t>Runs FastAPI application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520439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520439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3685031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087368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FastAPI /docs</a:t>
            </a:r>
            <a:br/>
            <a:r>
              <a:t>Interactive API 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3.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Request → API → Logic → Database →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52728"/>
            <a:ext cx="960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194560"/>
            <a:ext cx="1691640" cy="960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User 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2194560"/>
            <a:ext cx="1691640" cy="9601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2423160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HTML / CSS / 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2194560"/>
            <a:ext cx="1691640" cy="9601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59" y="2423160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FastAPI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194560"/>
            <a:ext cx="1691640" cy="9601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2423160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Business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2194560"/>
            <a:ext cx="1691640" cy="9601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2423160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SQLite DB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77440" y="2679192"/>
            <a:ext cx="384048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663440" y="2679192"/>
            <a:ext cx="384048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720840" y="2679192"/>
            <a:ext cx="384048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2679192"/>
            <a:ext cx="384048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828800" y="3977639"/>
            <a:ext cx="8503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0" y="3977639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57400" y="4142231"/>
            <a:ext cx="8092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Example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544568"/>
            <a:ext cx="8092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Create Profile → POST /users → validate → INSERT into SQLite → return user_id → refresh saved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4.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Clean separation of backend, frontend and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52728"/>
            <a:ext cx="960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4846320" cy="41148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709928"/>
            <a:ext cx="4517136" cy="39136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FitBuddy_Project/</a:t>
            </a:r>
          </a:p>
          <a:p>
            <a:pPr>
              <a:spcAft>
                <a:spcPts val="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├── main.py</a:t>
            </a:r>
          </a:p>
          <a:p>
            <a:pPr>
              <a:spcAft>
                <a:spcPts val="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├── requirements.txt</a:t>
            </a:r>
          </a:p>
          <a:p>
            <a:pPr>
              <a:spcAft>
                <a:spcPts val="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├── README.md</a:t>
            </a:r>
          </a:p>
          <a:p>
            <a:pPr>
              <a:spcAft>
                <a:spcPts val="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├── run.bat</a:t>
            </a:r>
          </a:p>
          <a:p>
            <a:pPr>
              <a:spcAft>
                <a:spcPts val="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├── .gitignore</a:t>
            </a:r>
          </a:p>
          <a:p>
            <a:pPr>
              <a:spcAft>
                <a:spcPts val="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└── static/</a:t>
            </a:r>
          </a:p>
          <a:p>
            <a:pPr>
              <a:spcAft>
                <a:spcPts val="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    ├── index.html</a:t>
            </a:r>
          </a:p>
          <a:p>
            <a:pPr>
              <a:spcAft>
                <a:spcPts val="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    ├── app.js</a:t>
            </a:r>
          </a:p>
          <a:p>
            <a:pPr>
              <a:spcAft>
                <a:spcPts val="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    └── style.css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600200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600200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76479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67128"/>
            <a:ext cx="484632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FastAPI app, models, SQLite functions, workouts and endpoints.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788920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2788920"/>
            <a:ext cx="73152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9535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static/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355848"/>
            <a:ext cx="484632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Frontend interface and browser-side API calls.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3977639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3977639"/>
            <a:ext cx="73152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4142231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requirements.txt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544568"/>
            <a:ext cx="484632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FastAPI, Uvicorn and Pydantic dependencies.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5166360"/>
            <a:ext cx="5257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5166360"/>
            <a:ext cx="73152" cy="685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533095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run.bat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733288"/>
            <a:ext cx="484632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One-click Windows command to install &amp; start server.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5. Main Coding – FastAPI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Core setup and database initialization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52728"/>
            <a:ext cx="960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81328"/>
            <a:ext cx="10972800" cy="48006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91056"/>
            <a:ext cx="10643616" cy="45994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from contextlib import asynccontextmanager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from pathlib import Path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import sqlite3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from fastapi import FastAPI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from fastapi.staticfiles import StaticFiles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BASE_DIR = Path(__file__).resolve().parent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DB_PATH = BASE_DIR / "fitbuddy.db"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STATIC_DIR = BASE_DIR / "static"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def get_db():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conn = sqlite3.connect(DB_PATH)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conn.row_factory = sqlite3.Row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return conn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def init_db():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conn = get_db()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conn.execute("""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CREATE TABLE IF NOT EXISTS users (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id INTEGER PRIMARY KEY AUTOINCREMENT,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name TEXT NOT NULL,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age INTEGER NOT NULL,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weight REAL NOT NULL,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goal TEXT NOT NULL,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fitness_level TEXT NOT NULL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)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""")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conn.commit()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conn.close()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app = FastAPI(title="FitBuddy API",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      version="1.0.0",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      lifespan=lifespan)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app.mount("/static", StaticFiles(directory=STATIC_DIR),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  name="static")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6. Main Coding – User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Pydantic model + validation + SQLite INSERT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52728"/>
            <a:ext cx="960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81328"/>
            <a:ext cx="10972800" cy="48006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91056"/>
            <a:ext cx="10643616" cy="45994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class User(BaseModel):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name: str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age: int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weight: float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goal: str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fitness_level: str = "beginner"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@app.post("/users")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def create_user(user: User):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if user.age &lt; 10 or user.age &gt; 100: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raise HTTPException(status_code=400,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    detail="Age must be between 10 and 100")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if user.weight &lt;= 0: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raise HTTPException(status_code=400,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    detail="Weight must be greater than 0")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conn = get_db()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cur = conn.execute(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"""INSERT INTO users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(name, age, weight, goal, fitness_level)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VALUES (?, ?, ?, ?, ?)""",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(user.name, user.age, user.weight,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user.goal, user.fitness_level.lower())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conn.commit()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user_id = cur.lastrowid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conn.close()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return {"message": "User created successfully",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    "user_id": user_id}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7. Main Coding – Workout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Level-based logic used by the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52728"/>
            <a:ext cx="960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81328"/>
            <a:ext cx="10972800" cy="48006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91056"/>
            <a:ext cx="10643616" cy="45994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WORKOUTS = {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"beginner": [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"10 Squats", "8 Knee Push-ups",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"20 Jumping Jacks", "30-second Plank",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"10-minute brisk walk"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],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"intermediate": [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"15 Squats", "12 Push-ups",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"30 Jumping Jacks", "45-second Plank",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"15-minute brisk walk"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],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"advanced": [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"20 Squats", "15 Push-ups",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"40 Jumping Jacks", "60-second Plank",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"20-minute brisk walk"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]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@app.get("/recommendation/{user_id}")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def recommendation(user_id: int):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user = get_user(user_id)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level = user["fitness_level"].lower()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workout = WORKOUTS.get(level, WORKOUTS["beginner"])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return {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"user": user["name"],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"goal": user["goal"],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"fitness_level": level,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"recommendation": workout</a:t>
            </a:r>
          </a:p>
          <a:p>
            <a:pPr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8. REST 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Backend services exposed by FastAPI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52728"/>
            <a:ext cx="960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27432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GET 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5544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Loads FitBuddy web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5544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FileResponse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39696"/>
            <a:ext cx="2743200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231136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GET /health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21284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Checks API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21284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JSON health response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98064"/>
            <a:ext cx="274320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889504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POST /users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871216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Creates a fitness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871216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Validation + INSERT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56432"/>
            <a:ext cx="2743200" cy="5029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547872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GET /users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529584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Lists saved profiles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529584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JSON array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14800"/>
            <a:ext cx="2743200" cy="502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20624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GET /users/{id}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18795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Gets one profile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18795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JSON object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773168"/>
            <a:ext cx="27432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864607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GET /workouts/{level}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8463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Gets level workout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48463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Workout list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431536"/>
            <a:ext cx="2743200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522976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GET /recommendation/{id}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550468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Personalized recommendation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550468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User + workout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9. Main Coding – Frontend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Browser communicates with FastAPI using fetch()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52728"/>
            <a:ext cx="960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10972800" cy="38404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18488"/>
            <a:ext cx="10643616" cy="36393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form.addEventListener("submit", async (e) =&gt; {</a:t>
            </a: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e.preventDefault();</a:t>
            </a: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const data = {</a:t>
            </a: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  name: document.getElementById("name").value,</a:t>
            </a: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  age: Number(document.getElementById("age").value),</a:t>
            </a: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  weight: Number(document.getElementById("weight").value),</a:t>
            </a: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  goal: document.getElementById("goal").value,</a:t>
            </a: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  fitness_level: document.getElementById("level").value</a:t>
            </a: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};</a:t>
            </a: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const response = await fetch("/users", {</a:t>
            </a: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  method: "POST",</a:t>
            </a: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  headers: {"Content-Type": "application/json"},</a:t>
            </a: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  body: JSON.stringify(data)</a:t>
            </a: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});</a:t>
            </a: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const result = await response.json();</a:t>
            </a: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if (response.ok) {</a:t>
            </a: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  message.textContent =</a:t>
            </a: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    `${result.message}. User ID: ${result.user_id}`;</a:t>
            </a: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  form.reset();</a:t>
            </a: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  loadUsers();</a:t>
            </a: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} else {</a:t>
            </a: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  message.textContent = result.detail || "Something went wrong";</a:t>
            </a: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3212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5532120"/>
            <a:ext cx="73152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696712"/>
            <a:ext cx="10287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Frontend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099048"/>
            <a:ext cx="10287000" cy="-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Form data → JSON → POST /users → JSON response → update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10. Application Screen –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What the user sees in the browser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52728"/>
            <a:ext cx="960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69848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69848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6420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FitBuddy  |  Smart Fitness &amp; Wellness Assistant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331720"/>
            <a:ext cx="47091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2331720"/>
            <a:ext cx="73152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496312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Create Fitness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898648"/>
            <a:ext cx="4297680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Name: Arun</a:t>
            </a:r>
            <a:br/>
            <a:r>
              <a:t>Age: 21    Weight: 70 kg</a:t>
            </a:r>
            <a:br/>
            <a:r>
              <a:t>Goal: weight loss</a:t>
            </a:r>
            <a:br/>
            <a:r>
              <a:t>Fitness level: Beginner</a:t>
            </a:r>
            <a:br/>
            <a:br/>
            <a:r>
              <a:t>[  Create Profile 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331720"/>
            <a:ext cx="47091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331720"/>
            <a:ext cx="73152" cy="2331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496312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Workout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898648"/>
            <a:ext cx="4297680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Beginner</a:t>
            </a:r>
            <a:br/>
            <a:r>
              <a:t>✓ 10 Squats</a:t>
            </a:r>
            <a:br/>
            <a:r>
              <a:t>✓ 8 Knee Push-ups</a:t>
            </a:r>
            <a:br/>
            <a:r>
              <a:t>✓ 20 Jumping Jacks</a:t>
            </a:r>
            <a:br/>
            <a:r>
              <a:t>✓ 30-second Plank</a:t>
            </a:r>
            <a:br/>
            <a:r>
              <a:t>✓ 10-minute brisk walk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892040"/>
            <a:ext cx="97383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4892040"/>
            <a:ext cx="73152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056631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Saved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458968"/>
            <a:ext cx="932688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Arun • Age 21 • 70 kg • weight loss • beginner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11. Example – API Request &amp;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Sample data flow for a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52728"/>
            <a:ext cx="960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57800" cy="44805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18488"/>
            <a:ext cx="4928616" cy="427939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POST /users</a:t>
            </a:r>
          </a:p>
          <a:p>
            <a:pPr>
              <a:spcAft>
                <a:spcPts val="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"name": "Arun",</a:t>
            </a:r>
          </a:p>
          <a:p>
            <a:pPr>
              <a:spcAft>
                <a:spcPts val="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"age": 21,</a:t>
            </a:r>
          </a:p>
          <a:p>
            <a:pPr>
              <a:spcAft>
                <a:spcPts val="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"weight": 70,</a:t>
            </a:r>
          </a:p>
          <a:p>
            <a:pPr>
              <a:spcAft>
                <a:spcPts val="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"goal": "weight loss",</a:t>
            </a:r>
          </a:p>
          <a:p>
            <a:pPr>
              <a:spcAft>
                <a:spcPts val="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"fitness_level": "beginner"</a:t>
            </a:r>
          </a:p>
          <a:p>
            <a:pPr>
              <a:spcAft>
                <a:spcPts val="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349240" cy="44805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618488"/>
            <a:ext cx="5020055" cy="427939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Response</a:t>
            </a:r>
          </a:p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  "message": "User created successfully",</a:t>
            </a:r>
          </a:p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  "user_id": 1</a:t>
            </a:r>
          </a:p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GET /recommendation/1</a:t>
            </a:r>
          </a:p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  "user": "Arun",</a:t>
            </a:r>
          </a:p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  "goal": "weight loss",</a:t>
            </a:r>
          </a:p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  "fitness_level": "beginner",</a:t>
            </a:r>
          </a:p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  "recommendation": [</a:t>
            </a:r>
          </a:p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    "10 Squats",</a:t>
            </a:r>
          </a:p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    "8 Knee Push-ups",</a:t>
            </a:r>
          </a:p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    "20 Jumping Jacks",</a:t>
            </a:r>
          </a:p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    "30-second Plank",</a:t>
            </a:r>
          </a:p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    "10-minute brisk walk"</a:t>
            </a:r>
          </a:p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  ]</a:t>
            </a:r>
          </a:p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12.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SQLite stores the fitness profile locally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52728"/>
            <a:ext cx="960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669280" cy="24231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55648"/>
            <a:ext cx="5340096" cy="2221991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CREATE TABLE users (</a:t>
            </a:r>
          </a:p>
          <a:p>
            <a:pPr>
              <a:spcAft>
                <a:spcPts val="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  id INTEGER PRIMARY KEY AUTOINCREMENT,</a:t>
            </a:r>
          </a:p>
          <a:p>
            <a:pPr>
              <a:spcAft>
                <a:spcPts val="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  name TEXT NOT NULL,</a:t>
            </a:r>
          </a:p>
          <a:p>
            <a:pPr>
              <a:spcAft>
                <a:spcPts val="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  age INTEGER NOT NULL,</a:t>
            </a:r>
          </a:p>
          <a:p>
            <a:pPr>
              <a:spcAft>
                <a:spcPts val="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  weight REAL NOT NULL,</a:t>
            </a:r>
          </a:p>
          <a:p>
            <a:pPr>
              <a:spcAft>
                <a:spcPts val="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  goal TEXT NOT NULL,</a:t>
            </a:r>
          </a:p>
          <a:p>
            <a:pPr>
              <a:spcAft>
                <a:spcPts val="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  fitness_level TEXT NOT NULL</a:t>
            </a:r>
          </a:p>
          <a:p>
            <a:pPr>
              <a:spcAft>
                <a:spcPts val="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645920"/>
            <a:ext cx="4389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840" y="1645920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810512"/>
            <a:ext cx="3977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Primary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12848"/>
            <a:ext cx="3977639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id uniquely identifies each saved user.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880360"/>
            <a:ext cx="4389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20840" y="2880360"/>
            <a:ext cx="73152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3044952"/>
            <a:ext cx="3977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Profile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447288"/>
            <a:ext cx="3977639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name, age, weight, goal and fitness level.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114800"/>
            <a:ext cx="4389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20840" y="4114800"/>
            <a:ext cx="73152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4279392"/>
            <a:ext cx="3977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681728"/>
            <a:ext cx="3977639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Database file fitbuddy.db is created automatically when the server starts.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13. How to Run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Demo / viva execution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52728"/>
            <a:ext cx="960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50876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9047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Open project folder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490472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Extract FitBuddy ZIP and open terminal there.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359152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40864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Install packages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40864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python -m pip install -r requirements.txt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209544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Start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191256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python -m uvicorn main:app --reload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059935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04164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Open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041648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http://127.0.0.1:8000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91032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8920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Test 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892040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http://127.0.0.1:8000/docs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5715000"/>
            <a:ext cx="5394960" cy="566928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22191" y="5824728"/>
            <a:ext cx="5065776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python -m uvicorn main:app --reload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14.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154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73152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9339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95728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Easy profile creation and workout selection for different fitness levels.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828800"/>
            <a:ext cx="3154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828800"/>
            <a:ext cx="73152" cy="2057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99339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Practical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395728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REST APIs, validation and SQLite make the project easy to demonstrate and extend.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154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73152" cy="2057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99339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Expandable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95728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Future versions can add authentication, progress tracking, charts and richer recommendations.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BAE6FD"/>
                </a:solidFill>
              </a:defRPr>
            </a:pPr>
            <a:r>
              <a:t>Thank You  •  Questions &amp;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